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"/>
      <p:regular r:id="rId12"/>
      <p:bold r:id="rId13"/>
      <p:italic r:id="rId14"/>
      <p:boldItalic r:id="rId15"/>
    </p:embeddedFont>
    <p:embeddedFont>
      <p:font typeface="Inter ExtraBold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InterExtraBold-boldItalic.fntdata"/><Relationship Id="rId16" Type="http://schemas.openxmlformats.org/officeDocument/2006/relationships/font" Target="fonts/Inter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1b1b5a0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1b1b5a0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91b1b5a0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91b1b5a0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91b1b5a0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91b1b5a0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91b1b5a0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91b1b5a0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91b1b5a02_0_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91b1b5a02_22_0)">
  <p:cSld name="Generated (g3d91b1b5a02_22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ublic.tableau.com/shared/RS6ZJHXKJ?:display_count=n&amp;:origin=viz_share_link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ublic.tableau.com/shared/RS6ZJHXKJ?:display_count=n&amp;:origin=viz_share_link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yt boyutuna getir" id="55" name="Google Shape;5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tleştir" id="60" name="Google Shape;6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6"/>
          <p:cNvPicPr preferRelativeResize="0"/>
          <p:nvPr/>
        </p:nvPicPr>
        <p:blipFill rotWithShape="1">
          <a:blip r:embed="rId3">
            <a:alphaModFix/>
          </a:blip>
          <a:srcRect b="6286" l="0" r="0" t="6294"/>
          <a:stretch/>
        </p:blipFill>
        <p:spPr>
          <a:xfrm>
            <a:off x="0" y="0"/>
            <a:ext cx="9144000" cy="513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ka plandaki desenleri yok et" id="70" name="Google Shape;70;p1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86" cy="509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1325" y="1003325"/>
            <a:ext cx="4901324" cy="39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7"/>
          <p:cNvSpPr txBox="1"/>
          <p:nvPr/>
        </p:nvSpPr>
        <p:spPr>
          <a:xfrm>
            <a:off x="1081200" y="1003325"/>
            <a:ext cx="8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tleştir" id="77" name="Google Shape;77;p1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8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9"/>
          <p:cNvSpPr txBox="1"/>
          <p:nvPr/>
        </p:nvSpPr>
        <p:spPr>
          <a:xfrm>
            <a:off x="762000" y="990600"/>
            <a:ext cx="4762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400">
                <a:solidFill>
                  <a:srgbClr val="1A2B4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Teşekkürler!</a:t>
            </a:r>
            <a:endParaRPr b="0" sz="5400">
              <a:solidFill>
                <a:srgbClr val="1A2B4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762000" y="2867825"/>
            <a:ext cx="742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Bu vizyonu geliştirmemde ve proje sürecindeki tüm zorlukları aşmamda bana destek olan danışmanım Şebnem Hanım'a çok teşekkür ediyorum. Dinlediğiniz için sağ olun.💐</a:t>
            </a:r>
            <a:endParaRPr b="0" sz="1600">
              <a:solidFill>
                <a:srgbClr val="5F636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